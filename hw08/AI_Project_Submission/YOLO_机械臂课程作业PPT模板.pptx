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0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基于YOLOv8的智能机械臂视觉识别系统</a:t>
            </a:r>
          </a:p>
          <a:p>
            <a:r>
              <a:t>实现感知→决策→执行闭环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前端HTML/JS → Flask后端 → YOLOv8模型</a:t>
            </a:r>
          </a:p>
          <a:p>
            <a:r>
              <a:t>识别结果返回前端展示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AI模块原理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采用YOLOv8预训练模型</a:t>
            </a:r>
          </a:p>
          <a:p>
            <a:r>
              <a:t>完成目标检测与分类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前端界面展示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62E9D129-492A-B969-E0CF-DE1E67A79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38049"/>
            <a:ext cx="9144000" cy="61582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动作决策逻辑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cell phone → 抓取手机</a:t>
            </a:r>
          </a:p>
          <a:p>
            <a:r>
              <a:t>bottle → 抓取瓶子</a:t>
            </a:r>
          </a:p>
          <a:p>
            <a:r>
              <a:t>其他 → 待机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演示效果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DC2C46F-3E12-D71C-B9EE-DB27A045B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01110"/>
            <a:ext cx="9235468" cy="6219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已实现AI识别与决策</a:t>
            </a:r>
            <a:endParaRPr dirty="0"/>
          </a:p>
          <a:p>
            <a:r>
              <a:t>后续可接入真实机械臂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45</Words>
  <Application>Microsoft Macintosh PowerPoint</Application>
  <PresentationFormat>全屏显示(4:3)</PresentationFormat>
  <Paragraphs>18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项目介绍</vt:lpstr>
      <vt:lpstr>系统结构</vt:lpstr>
      <vt:lpstr>AI模块原理</vt:lpstr>
      <vt:lpstr>前端界面展示</vt:lpstr>
      <vt:lpstr>动作决策逻辑</vt:lpstr>
      <vt:lpstr>演示效果</vt:lpstr>
      <vt:lpstr>总结与展望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东浩 路</cp:lastModifiedBy>
  <cp:revision>3</cp:revision>
  <dcterms:created xsi:type="dcterms:W3CDTF">2013-01-27T09:14:16Z</dcterms:created>
  <dcterms:modified xsi:type="dcterms:W3CDTF">2026-06-11T04:32:28Z</dcterms:modified>
  <cp:category/>
</cp:coreProperties>
</file>